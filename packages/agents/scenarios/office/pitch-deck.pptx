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&lt;COMPANY&gt;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&lt;the one sentence&gt;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&lt;whose, how often, what it costs them today&gt;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&lt;what you know that the room does not&gt;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thing, not the roadmap&gt;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moat, the wedge, or the unfair advantage&gt;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&lt;amount, hire, decision — be specific&gt;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