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&lt;PROJECT&gt;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&lt;one line: what ships, for whom&gt;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&lt;the fact that made this worth starting this quarter&gt;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&lt;what done looks like, in numbers a reader can check&gt;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&lt;in — and the two things loudly out&gt;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&lt;the three milestones, with dates&gt;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&lt;who owns what, one name per line&gt;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&lt;the one that keeps you up, and the mitigation&gt;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