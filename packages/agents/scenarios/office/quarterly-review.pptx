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&lt;what the speaker says here&gt;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&lt;TEAM&gt; — &lt;QUARTER&gt;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&lt;the quarter in one sentence&gt;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three things worth the room's time&gt;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&lt;targets against actuals — no adjectives&gt;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missed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&lt;what, why, and what changed because of it&gt;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thing you would tell last quarter's self&gt;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&lt;the bets, ranked, with owners&gt;</a:t>
            </a:r>
          </a:p>
          <a:p>
            <a:pPr>
              <a:defRPr sz="2000"/>
            </a:pPr>
            <a:r>
              <a:t>&lt;point&gt;</a:t>
            </a:r>
          </a:p>
          <a:p>
            <a:pPr>
              <a:defRPr sz="2000"/>
            </a:pPr>
            <a:r>
              <a:t>&lt;point&gt;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