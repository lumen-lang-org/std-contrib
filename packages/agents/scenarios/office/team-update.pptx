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&lt;TEAM&gt;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&lt;date — cadence&gt;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&lt;shipped, closed, unblocked — since last time&gt;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&lt;the two or three the team steers by&gt;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 flight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&lt;what lands next, and when&gt;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Help wanted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&lt;the specific ask, addressed to someone in the room&gt;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