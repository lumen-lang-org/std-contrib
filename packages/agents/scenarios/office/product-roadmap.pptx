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&lt;what the speaker says here&gt;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&lt;what the speaker says here&gt;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&lt;what the speaker says here&gt;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&lt;what the speaker says here&gt;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&lt;what the speaker says here&gt;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&lt;PRODUCT&gt; roadmap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&lt;horizon — e.g. the next two quarters&gt;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&lt;the two or three problems this roadmap is about&gt;</a:t>
            </a:r>
          </a:p>
          <a:p>
            <a:pPr>
              <a:defRPr sz="2000"/>
            </a:pPr>
            <a:r>
              <a:t>&lt;point&gt;</a:t>
            </a:r>
          </a:p>
          <a:p>
            <a:pPr>
              <a:defRPr sz="2000"/>
            </a:pPr>
            <a:r>
              <a:t>&lt;point&gt;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&lt;building today — lands within the quarter&gt;</a:t>
            </a:r>
          </a:p>
          <a:p>
            <a:pPr>
              <a:defRPr sz="2000"/>
            </a:pPr>
            <a:r>
              <a:t>&lt;point&gt;</a:t>
            </a:r>
          </a:p>
          <a:p>
            <a:pPr>
              <a:defRPr sz="2000"/>
            </a:pPr>
            <a:r>
              <a:t>&lt;point&gt;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&lt;committed, not started — the following quarter&gt;</a:t>
            </a:r>
          </a:p>
          <a:p>
            <a:pPr>
              <a:defRPr sz="2000"/>
            </a:pPr>
            <a:r>
              <a:t>&lt;point&gt;</a:t>
            </a:r>
          </a:p>
          <a:p>
            <a:pPr>
              <a:defRPr sz="2000"/>
            </a:pPr>
            <a:r>
              <a:t>&lt;point&gt;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&lt;believed in, not committed — no dates on purpose&gt;</a:t>
            </a:r>
          </a:p>
          <a:p>
            <a:pPr>
              <a:defRPr sz="2000"/>
            </a:pPr>
            <a:r>
              <a:t>&lt;point&gt;</a:t>
            </a:r>
          </a:p>
          <a:p>
            <a:pPr>
              <a:defRPr sz="2000"/>
            </a:pPr>
            <a:r>
              <a:t>&lt;point&gt;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Tradeoffs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&lt;what this roadmap says no to&gt;</a:t>
            </a:r>
          </a:p>
          <a:p>
            <a:pPr>
              <a:defRPr sz="2000"/>
            </a:pPr>
            <a:r>
              <a:t>&lt;point&gt;</a:t>
            </a:r>
          </a:p>
          <a:p>
            <a:pPr>
              <a:defRPr sz="2000"/>
            </a:pPr>
            <a:r>
              <a:t>&lt;point&gt;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